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 Kotaska" userId="91f8e5d6a59c4dae" providerId="LiveId" clId="{DF08AD3F-CD79-44C6-910A-0CB71BB2B8C5}"/>
    <pc:docChg chg="custSel modSld">
      <pc:chgData name="Kyle Kotaska" userId="91f8e5d6a59c4dae" providerId="LiveId" clId="{DF08AD3F-CD79-44C6-910A-0CB71BB2B8C5}" dt="2026-04-27T03:19:26.356" v="1642" actId="20577"/>
      <pc:docMkLst>
        <pc:docMk/>
      </pc:docMkLst>
      <pc:sldChg chg="modSp mod">
        <pc:chgData name="Kyle Kotaska" userId="91f8e5d6a59c4dae" providerId="LiveId" clId="{DF08AD3F-CD79-44C6-910A-0CB71BB2B8C5}" dt="2026-04-27T03:19:26.356" v="1642" actId="20577"/>
        <pc:sldMkLst>
          <pc:docMk/>
          <pc:sldMk cId="660305526" sldId="256"/>
        </pc:sldMkLst>
        <pc:spChg chg="mod">
          <ac:chgData name="Kyle Kotaska" userId="91f8e5d6a59c4dae" providerId="LiveId" clId="{DF08AD3F-CD79-44C6-910A-0CB71BB2B8C5}" dt="2026-04-27T03:19:26.356" v="1642" actId="20577"/>
          <ac:spMkLst>
            <pc:docMk/>
            <pc:sldMk cId="660305526" sldId="256"/>
            <ac:spMk id="4" creationId="{8917CCFD-9972-966F-31B6-4C59CEDC439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505CF-DD79-970D-45AB-D831052B6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60CC6A-ED49-80F8-C767-9F556BADDD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7D9150-7130-8B4A-6DEB-A0CCA54A0DAB}"/>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5" name="Footer Placeholder 4">
            <a:extLst>
              <a:ext uri="{FF2B5EF4-FFF2-40B4-BE49-F238E27FC236}">
                <a16:creationId xmlns:a16="http://schemas.microsoft.com/office/drawing/2014/main" id="{395CFEC3-A484-5A99-81E6-3C4C61A3AB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D5FFB5-BD34-161E-7112-95DE3B02D1AD}"/>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241568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4E247-50FF-7D9B-9803-0055285A0A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B53CDD-7D14-01CB-413C-C90EC9329C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FFE616-9CE7-92F5-9F4F-26795DA0981C}"/>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5" name="Footer Placeholder 4">
            <a:extLst>
              <a:ext uri="{FF2B5EF4-FFF2-40B4-BE49-F238E27FC236}">
                <a16:creationId xmlns:a16="http://schemas.microsoft.com/office/drawing/2014/main" id="{E7F6AC9B-CD6A-9934-FF89-BAB245B5C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3F664-5AFE-323F-0F9A-1401EFD7A080}"/>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328832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84F9-EDDF-0997-E2E2-C38C95639D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EBA8F7-4D5E-F0F7-79BD-A5EF660A6D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ECDCAF-31A0-D5BA-E85C-A26414023164}"/>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5" name="Footer Placeholder 4">
            <a:extLst>
              <a:ext uri="{FF2B5EF4-FFF2-40B4-BE49-F238E27FC236}">
                <a16:creationId xmlns:a16="http://schemas.microsoft.com/office/drawing/2014/main" id="{E579A892-875D-EF4D-14A9-0400D17372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F7C60-8AB5-CBD9-5EB8-F43E780A3FD8}"/>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2679219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CC568-C8FE-F884-F3DE-1BDFACDBB8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D33994-433B-5E72-D96E-D135A01E14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2DEEE7-5B83-49BD-BF5C-32D7F32679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F10DAB-0BF5-39B4-AC75-516B2B54D6D0}"/>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6" name="Footer Placeholder 5">
            <a:extLst>
              <a:ext uri="{FF2B5EF4-FFF2-40B4-BE49-F238E27FC236}">
                <a16:creationId xmlns:a16="http://schemas.microsoft.com/office/drawing/2014/main" id="{BFC3D915-3B17-94D4-934B-CEC966330A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19AB8B-857E-B7FE-1FA7-D897BA72F1A5}"/>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2136771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D05FC-834A-E3D0-0CCE-D9F7F95452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7D0C47-31E0-D629-5A5E-192261BBAC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CE14B2-3B2F-E9FD-C804-9030AE4400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DC08D-0D81-50DC-B5D3-A7F3C60A33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561DEB-502C-5844-12F5-44C05F08FB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834EE3-719D-5BA9-7B33-198D7025F011}"/>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8" name="Footer Placeholder 7">
            <a:extLst>
              <a:ext uri="{FF2B5EF4-FFF2-40B4-BE49-F238E27FC236}">
                <a16:creationId xmlns:a16="http://schemas.microsoft.com/office/drawing/2014/main" id="{CAAB9896-79E8-D431-C6B6-5ADC25F01F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44BA04-8928-1DEC-6391-668824E39E82}"/>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1810918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74D7C-6BA8-4321-4711-A9B7EC5B4F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2A8509-0AFB-0FD7-3F8B-9BD606ABF444}"/>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4" name="Footer Placeholder 3">
            <a:extLst>
              <a:ext uri="{FF2B5EF4-FFF2-40B4-BE49-F238E27FC236}">
                <a16:creationId xmlns:a16="http://schemas.microsoft.com/office/drawing/2014/main" id="{CF1EAE04-9A02-EB94-8617-D1FC7DBC08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271835-12AF-9FDE-9D64-04DC806F7732}"/>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884269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0DDDFD-5179-3EA2-5240-42BD0DF63215}"/>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3" name="Footer Placeholder 2">
            <a:extLst>
              <a:ext uri="{FF2B5EF4-FFF2-40B4-BE49-F238E27FC236}">
                <a16:creationId xmlns:a16="http://schemas.microsoft.com/office/drawing/2014/main" id="{18FA0200-A6FD-4BE0-B4D9-1B1B4C2287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16B77F-B8D7-E6FA-2CB2-98D1106DE10A}"/>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2583458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C30F9-96FA-C0AB-EA80-B54FA4537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B43643-383A-9AD7-0B55-C83044A024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87B188-680A-397A-1968-580BF78ACD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3B7B2B-F989-9FD0-1418-80A9C178D4BF}"/>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6" name="Footer Placeholder 5">
            <a:extLst>
              <a:ext uri="{FF2B5EF4-FFF2-40B4-BE49-F238E27FC236}">
                <a16:creationId xmlns:a16="http://schemas.microsoft.com/office/drawing/2014/main" id="{457DAEF4-2726-7604-6BA7-1C6DD9BAF8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1DA60-8647-F30E-7A8D-D490602F3891}"/>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4136772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EDCA0-85BE-0E40-CE0B-CFAA98138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D14F09-C028-019F-89AB-B529EF5511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2A95BF-A095-2B9B-BFAD-5DEDC6DE61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C0F245-0FE9-CBD7-0A2C-0FA9788C7442}"/>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6" name="Footer Placeholder 5">
            <a:extLst>
              <a:ext uri="{FF2B5EF4-FFF2-40B4-BE49-F238E27FC236}">
                <a16:creationId xmlns:a16="http://schemas.microsoft.com/office/drawing/2014/main" id="{72B2B73E-FCE8-7BA7-1838-5389C76C57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BCDE79-02F3-A043-FF18-26FCF42D5CD1}"/>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342712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1343A-C6B5-6CDC-9110-93D94170F5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29C1CB-E3D1-8A9B-B881-08C4FB30B2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D511AF-0475-C3F0-B3EA-74501ACEE66D}"/>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5" name="Footer Placeholder 4">
            <a:extLst>
              <a:ext uri="{FF2B5EF4-FFF2-40B4-BE49-F238E27FC236}">
                <a16:creationId xmlns:a16="http://schemas.microsoft.com/office/drawing/2014/main" id="{20476507-D737-E6F9-9A42-29275F601A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F342C-20A5-E2AF-3C18-46773E72C272}"/>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2692407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BC2104-A65C-22E8-56A6-08BD3ADD5A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9FF5F1-EF4F-9320-234A-488765A390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E0029-FF8C-5E54-CE49-5A5C563040C0}"/>
              </a:ext>
            </a:extLst>
          </p:cNvPr>
          <p:cNvSpPr>
            <a:spLocks noGrp="1"/>
          </p:cNvSpPr>
          <p:nvPr>
            <p:ph type="dt" sz="half" idx="10"/>
          </p:nvPr>
        </p:nvSpPr>
        <p:spPr/>
        <p:txBody>
          <a:bodyPr/>
          <a:lstStyle/>
          <a:p>
            <a:fld id="{D1C21D88-ECCD-4D78-AB10-29A3B212185D}" type="datetimeFigureOut">
              <a:rPr lang="en-US" smtClean="0"/>
              <a:t>4/26/2026</a:t>
            </a:fld>
            <a:endParaRPr lang="en-US"/>
          </a:p>
        </p:txBody>
      </p:sp>
      <p:sp>
        <p:nvSpPr>
          <p:cNvPr id="5" name="Footer Placeholder 4">
            <a:extLst>
              <a:ext uri="{FF2B5EF4-FFF2-40B4-BE49-F238E27FC236}">
                <a16:creationId xmlns:a16="http://schemas.microsoft.com/office/drawing/2014/main" id="{825272DA-853D-9628-5035-1262FB95B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832E67-3E8F-8DF2-E359-B45AF5ED234C}"/>
              </a:ext>
            </a:extLst>
          </p:cNvPr>
          <p:cNvSpPr>
            <a:spLocks noGrp="1"/>
          </p:cNvSpPr>
          <p:nvPr>
            <p:ph type="sldNum" sz="quarter" idx="12"/>
          </p:nvPr>
        </p:nvSpPr>
        <p:spPr/>
        <p:txBody>
          <a:bodyPr/>
          <a:lstStyle/>
          <a:p>
            <a:fld id="{EB3B84EF-7150-41E1-982F-1181C93E702B}" type="slidenum">
              <a:rPr lang="en-US" smtClean="0"/>
              <a:t>‹#›</a:t>
            </a:fld>
            <a:endParaRPr lang="en-US"/>
          </a:p>
        </p:txBody>
      </p:sp>
    </p:spTree>
    <p:extLst>
      <p:ext uri="{BB962C8B-B14F-4D97-AF65-F5344CB8AC3E}">
        <p14:creationId xmlns:p14="http://schemas.microsoft.com/office/powerpoint/2010/main" val="2792978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C52AB9-B39F-3169-A6B2-B1166961FD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A22888-A9E9-FD84-365B-0B62B6B7BD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BA88D-9C3A-FD4D-5532-B1128D7672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C21D88-ECCD-4D78-AB10-29A3B212185D}" type="datetimeFigureOut">
              <a:rPr lang="en-US" smtClean="0"/>
              <a:t>4/26/2026</a:t>
            </a:fld>
            <a:endParaRPr lang="en-US"/>
          </a:p>
        </p:txBody>
      </p:sp>
      <p:sp>
        <p:nvSpPr>
          <p:cNvPr id="5" name="Footer Placeholder 4">
            <a:extLst>
              <a:ext uri="{FF2B5EF4-FFF2-40B4-BE49-F238E27FC236}">
                <a16:creationId xmlns:a16="http://schemas.microsoft.com/office/drawing/2014/main" id="{47415F6B-D3AE-64D5-FC40-A08657306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DBF553-47EB-34EC-9C5F-84C356232B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3B84EF-7150-41E1-982F-1181C93E702B}" type="slidenum">
              <a:rPr lang="en-US" smtClean="0"/>
              <a:t>‹#›</a:t>
            </a:fld>
            <a:endParaRPr lang="en-US"/>
          </a:p>
        </p:txBody>
      </p:sp>
    </p:spTree>
    <p:extLst>
      <p:ext uri="{BB962C8B-B14F-4D97-AF65-F5344CB8AC3E}">
        <p14:creationId xmlns:p14="http://schemas.microsoft.com/office/powerpoint/2010/main" val="2069995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17CCFD-9972-966F-31B6-4C59CEDC4395}"/>
              </a:ext>
            </a:extLst>
          </p:cNvPr>
          <p:cNvSpPr txBox="1"/>
          <p:nvPr/>
        </p:nvSpPr>
        <p:spPr>
          <a:xfrm>
            <a:off x="0" y="85917"/>
            <a:ext cx="12192000" cy="12588061"/>
          </a:xfrm>
          <a:prstGeom prst="rect">
            <a:avLst/>
          </a:prstGeom>
          <a:noFill/>
        </p:spPr>
        <p:txBody>
          <a:bodyPr wrap="square" rtlCol="0">
            <a:spAutoFit/>
          </a:bodyPr>
          <a:lstStyle/>
          <a:p>
            <a:r>
              <a:rPr lang="en-US" sz="1600" dirty="0"/>
              <a:t>System Test Case</a:t>
            </a:r>
          </a:p>
          <a:p>
            <a:endParaRPr lang="en-US" sz="1600" dirty="0"/>
          </a:p>
          <a:p>
            <a:r>
              <a:rPr lang="en-US" sz="1200" dirty="0"/>
              <a:t>Purpose: Verify we can have multiple categories, each with expenses, that can be shown with pi charts and viewed in a tab called View Budget. </a:t>
            </a:r>
          </a:p>
          <a:p>
            <a:endParaRPr lang="en-US" sz="1200" dirty="0"/>
          </a:p>
          <a:p>
            <a:endParaRPr lang="en-US" sz="1200" dirty="0"/>
          </a:p>
          <a:p>
            <a:r>
              <a:rPr lang="en-US" sz="1200" dirty="0"/>
              <a:t>Requirement Traceability: All the requirements </a:t>
            </a:r>
          </a:p>
          <a:p>
            <a:endParaRPr lang="en-US" sz="1200" dirty="0"/>
          </a:p>
          <a:p>
            <a:r>
              <a:rPr lang="en-US" sz="1200" dirty="0"/>
              <a:t>Setup: Follow the directions below </a:t>
            </a:r>
          </a:p>
          <a:p>
            <a:endParaRPr lang="en-US" sz="1200" dirty="0"/>
          </a:p>
          <a:p>
            <a:r>
              <a:rPr lang="en-US" sz="1200" dirty="0"/>
              <a:t>Test Data: </a:t>
            </a:r>
          </a:p>
          <a:p>
            <a:r>
              <a:rPr lang="en-US" sz="1200" b="1" dirty="0"/>
              <a:t>Action</a:t>
            </a:r>
            <a:r>
              <a:rPr lang="en-US" sz="1200" dirty="0"/>
              <a:t>:				</a:t>
            </a:r>
            <a:r>
              <a:rPr lang="en-US" sz="1200" b="1" dirty="0"/>
              <a:t>Input</a:t>
            </a:r>
            <a:r>
              <a:rPr lang="en-US" sz="1200" dirty="0"/>
              <a:t>:			</a:t>
            </a:r>
            <a:r>
              <a:rPr lang="en-US" sz="1200" b="1" dirty="0"/>
              <a:t>Expected Output</a:t>
            </a:r>
            <a:r>
              <a:rPr lang="en-US" sz="1200" dirty="0"/>
              <a:t>:</a:t>
            </a:r>
          </a:p>
          <a:p>
            <a:r>
              <a:rPr lang="en-US" sz="1200" dirty="0"/>
              <a:t>Launch the application, income text field is shown</a:t>
            </a:r>
          </a:p>
          <a:p>
            <a:r>
              <a:rPr lang="en-US" sz="1200" dirty="0"/>
              <a:t>				1000 is inputted		</a:t>
            </a:r>
          </a:p>
          <a:p>
            <a:r>
              <a:rPr lang="en-US" sz="1200" dirty="0"/>
              <a:t>							The Program loads up a new window, showing 3 tabs of home, edit budget, and view 							budget</a:t>
            </a:r>
          </a:p>
          <a:p>
            <a:r>
              <a:rPr lang="en-US" sz="1200" dirty="0"/>
              <a:t>Type in a new category called “Food” with limit of 500</a:t>
            </a:r>
          </a:p>
          <a:p>
            <a:r>
              <a:rPr lang="en-US" sz="1200" dirty="0"/>
              <a:t>Type in more categories of “Rent” with a limit of 1000</a:t>
            </a:r>
            <a:br>
              <a:rPr lang="en-US" sz="1200" dirty="0"/>
            </a:br>
            <a:r>
              <a:rPr lang="en-US" sz="1200" dirty="0"/>
              <a:t>and “Bills” for 250 into the respective test fields </a:t>
            </a:r>
          </a:p>
          <a:p>
            <a:r>
              <a:rPr lang="en-US" sz="1200" dirty="0"/>
              <a:t>				The input is accepted</a:t>
            </a:r>
          </a:p>
          <a:p>
            <a:r>
              <a:rPr lang="en-US" sz="1200" dirty="0"/>
              <a:t>							The program will make a pi chart in the home tab for these 3 categories, showing the 							limits and overall budget (in green), along with the View Budget tab logging this 								information with the date.</a:t>
            </a:r>
          </a:p>
          <a:p>
            <a:r>
              <a:rPr lang="en-US" sz="1200" dirty="0"/>
              <a:t>Type in an expense for “Food” “Rent” and “Bills” with the </a:t>
            </a:r>
          </a:p>
          <a:p>
            <a:r>
              <a:rPr lang="en-US" sz="1200" dirty="0"/>
              <a:t>Expense of 450, 1000, and 300, respectively in the </a:t>
            </a:r>
          </a:p>
          <a:p>
            <a:r>
              <a:rPr lang="en-US" sz="1200" dirty="0"/>
              <a:t>respective text fields.</a:t>
            </a:r>
          </a:p>
          <a:p>
            <a:r>
              <a:rPr lang="en-US" sz="1200" dirty="0"/>
              <a:t>				The input accepts these values</a:t>
            </a:r>
          </a:p>
          <a:p>
            <a:r>
              <a:rPr lang="en-US" sz="1200" dirty="0"/>
              <a:t>							The program updates and shows the pi charts with the new expense shown. The 								program then shows the budget in the read, along with how much money over we are 							from the given budget</a:t>
            </a:r>
          </a:p>
          <a:p>
            <a:r>
              <a:rPr lang="en-US" sz="1200" dirty="0"/>
              <a:t>The clear button is clicked		</a:t>
            </a:r>
          </a:p>
          <a:p>
            <a:r>
              <a:rPr lang="en-US" sz="1200" dirty="0"/>
              <a:t>				Button has been clicked</a:t>
            </a:r>
          </a:p>
          <a:p>
            <a:r>
              <a:rPr lang="en-US" sz="1200" dirty="0"/>
              <a:t>							The budget data has </a:t>
            </a:r>
            <a:r>
              <a:rPr lang="en-US" sz="1200"/>
              <a:t>been cleared </a:t>
            </a:r>
            <a:endParaRPr lang="en-US" sz="1200" dirty="0"/>
          </a:p>
          <a:p>
            <a:r>
              <a:rPr lang="en-US" sz="1200" dirty="0"/>
              <a:t>Notes:</a:t>
            </a:r>
          </a:p>
          <a:p>
            <a:r>
              <a:rPr lang="en-US" sz="1200" dirty="0"/>
              <a:t>This System Test does not go over any input validation, as the use cases cover that</a:t>
            </a:r>
          </a:p>
          <a:p>
            <a:r>
              <a:rPr lang="en-US" sz="1200" dirty="0"/>
              <a:t>This System Test does not go over any specifics for the correctness of functions, as the unit test cover that </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p:txBody>
      </p:sp>
    </p:spTree>
    <p:extLst>
      <p:ext uri="{BB962C8B-B14F-4D97-AF65-F5344CB8AC3E}">
        <p14:creationId xmlns:p14="http://schemas.microsoft.com/office/powerpoint/2010/main" val="660305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388</Words>
  <Application>Microsoft Office PowerPoint</Application>
  <PresentationFormat>Widescreen</PresentationFormat>
  <Paragraphs>59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Kyle Kotaska</dc:creator>
  <cp:lastModifiedBy>Kyle Kotaska</cp:lastModifiedBy>
  <cp:revision>1</cp:revision>
  <dcterms:created xsi:type="dcterms:W3CDTF">2026-04-27T03:04:19Z</dcterms:created>
  <dcterms:modified xsi:type="dcterms:W3CDTF">2026-04-27T03:19:33Z</dcterms:modified>
</cp:coreProperties>
</file>